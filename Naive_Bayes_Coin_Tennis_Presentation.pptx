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0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Naïve Bayes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Formula, Coin Example, Playing Tennis Problem, Applications, Advantages &amp; Disadvantages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Naïve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Naïve Bayes is a supervised machine learning classification algorithm.</a:t>
            </a:r>
          </a:p>
          <a:p>
            <a:r>
              <a:t>It is based on Bayes Theorem.</a:t>
            </a:r>
          </a:p>
          <a:p>
            <a:r>
              <a:t>It predicts probabilities using prior knowledge and evidence.</a:t>
            </a:r>
          </a:p>
          <a:p>
            <a:r>
              <a:t>It assumes all features are independent.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 Theorem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208" y="1600200"/>
            <a:ext cx="8804953" cy="4525963"/>
          </a:xfrm>
        </p:spPr>
        <p:txBody>
          <a:bodyPr/>
          <a:lstStyle/>
          <a:p>
            <a:r>
              <a:rPr dirty="0"/>
              <a:t>P(C|X) = [P(X|C) × P(C)] / P(X)</a:t>
            </a:r>
          </a:p>
          <a:p>
            <a:r>
              <a:rPr dirty="0"/>
              <a:t>P(C|X) → Posterior Probability</a:t>
            </a:r>
          </a:p>
          <a:p>
            <a:r>
              <a:rPr dirty="0"/>
              <a:t>P(X|C) → Likelihood</a:t>
            </a:r>
          </a:p>
          <a:p>
            <a:r>
              <a:rPr dirty="0"/>
              <a:t>P(C) → Prior Probability</a:t>
            </a:r>
          </a:p>
          <a:p>
            <a:r>
              <a:rPr dirty="0"/>
              <a:t>P(X) → Evidence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Prior Knowledge + New Evidence = Posterior Probability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Coin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There are two coins:</a:t>
            </a:r>
          </a:p>
          <a:p>
            <a:r>
              <a:rPr dirty="0"/>
              <a:t>Coin A → Fair Coin</a:t>
            </a:r>
          </a:p>
          <a:p>
            <a:r>
              <a:rPr dirty="0"/>
              <a:t>Coin B → Biased Coin</a:t>
            </a:r>
          </a:p>
          <a:p>
            <a:r>
              <a:rPr dirty="0"/>
              <a:t>We toss a randomly selected coin and get HEAD.</a:t>
            </a:r>
          </a:p>
          <a:p>
            <a:r>
              <a:rPr dirty="0"/>
              <a:t>Predict which coin was 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Coin Probabilities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P(H|A) = 0.5</a:t>
            </a:r>
          </a:p>
          <a:p>
            <a:r>
              <a:t>P(H|B) = 0.8</a:t>
            </a:r>
          </a:p>
          <a:p>
            <a:r>
              <a:t>P(A) = 0.6</a:t>
            </a:r>
          </a:p>
          <a:p>
            <a:r>
              <a:t>P(B) = 0.4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Coin Problem Mathematical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P(H) = P(H|A)P(A) + P(H|B)P(B)</a:t>
            </a:r>
          </a:p>
          <a:p>
            <a:r>
              <a:t>P(H) = (0.5 × 0.6) + (0.8 × 0.4)</a:t>
            </a:r>
          </a:p>
          <a:p>
            <a:r>
              <a:t>P(H) = 0.3 + 0.32 = 0.62</a:t>
            </a:r>
          </a:p>
          <a:p>
            <a:r>
              <a:t>P(A|H) = (0.5 × 0.6) / 0.62 = 0.48</a:t>
            </a:r>
          </a:p>
          <a:p>
            <a:r>
              <a:t>P(B|H) = (0.8 × 0.4) / 0.62 = 0.52</a:t>
            </a:r>
          </a:p>
          <a:p>
            <a:r>
              <a:t>Since 0.52 &gt; 0.48, Coin B is most likely selected.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Playing Tennis or Not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whether a person will play tennis or not.</a:t>
            </a:r>
          </a:p>
          <a:p>
            <a:r>
              <a:t>Features: Outlook = Sunny</a:t>
            </a:r>
          </a:p>
          <a:p>
            <a:r>
              <a:t>Humidity = High</a:t>
            </a:r>
          </a:p>
          <a:p>
            <a:r>
              <a:t>Wind = Weak</a:t>
            </a:r>
          </a:p>
          <a:p>
            <a:r>
              <a:t>Classes: YES or 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Naïve Bayes Formula for Tennis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P(Yes|X) ∝ P(Yes) × P(Sunny|Yes) × P(HighHumidity|Yes) × P(WeakWind|Yes)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Playing Tennis Mathematical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P(Yes) = 9/14 = 0.64</a:t>
            </a:r>
          </a:p>
          <a:p>
            <a:r>
              <a:t>P(Sunny|Yes) = 2/9 = 0.22</a:t>
            </a:r>
          </a:p>
          <a:p>
            <a:r>
              <a:t>P(HighHumidity|Yes) = 3/9 = 0.33</a:t>
            </a:r>
          </a:p>
          <a:p>
            <a:r>
              <a:t>P(WeakWind|Yes) = 6/9 = 0.67</a:t>
            </a:r>
          </a:p>
          <a:p>
            <a:r>
              <a:t>Final Probability = 0.64 × 0.22 × 0.33 × 0.67</a:t>
            </a:r>
          </a:p>
          <a:p>
            <a:r>
              <a:t>≈ 0.031</a:t>
            </a:r>
          </a:p>
          <a:p>
            <a:r>
              <a:t>Highest probability gives final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Spam Email Detection</a:t>
            </a:r>
          </a:p>
          <a:p>
            <a:r>
              <a:t>Medical Diagnosis</a:t>
            </a:r>
          </a:p>
          <a:p>
            <a:r>
              <a:t>Weather Forecasting</a:t>
            </a:r>
          </a:p>
          <a:p>
            <a:r>
              <a:t>YouTube Recommendations</a:t>
            </a:r>
          </a:p>
          <a:p>
            <a:r>
              <a:t>Bank Fraud Detection</a:t>
            </a:r>
          </a:p>
          <a:p>
            <a:r>
              <a:t>Face Unlock Systems</a:t>
            </a:r>
          </a:p>
          <a:p>
            <a:r>
              <a:t>Online Shopping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Naïve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easy to implement</a:t>
            </a:r>
          </a:p>
          <a:p>
            <a:r>
              <a:t>Fast prediction</a:t>
            </a:r>
          </a:p>
          <a:p>
            <a:r>
              <a:t>Works well with large datasets</a:t>
            </a:r>
          </a:p>
          <a:p>
            <a:r>
              <a:t>Requires less training data</a:t>
            </a:r>
          </a:p>
          <a:p>
            <a:r>
              <a:t>Best for text classification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Naïve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Assumes feature independence</a:t>
            </a:r>
          </a:p>
          <a:p>
            <a:r>
              <a:t>Less accurate for complex data</a:t>
            </a:r>
          </a:p>
          <a:p>
            <a:r>
              <a:t>Zero probability problem</a:t>
            </a:r>
          </a:p>
          <a:p>
            <a:r>
              <a:t>Not suitable for correlated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B7CE8F-BFD5-15A7-F62E-0E09294AF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938517" cy="6760396"/>
          </a:xfrm>
        </p:spPr>
      </p:pic>
    </p:spTree>
    <p:extLst>
      <p:ext uri="{BB962C8B-B14F-4D97-AF65-F5344CB8AC3E}">
        <p14:creationId xmlns:p14="http://schemas.microsoft.com/office/powerpoint/2010/main" val="1518980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F97DFB-5688-32C9-E7B6-6DBA546EE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801" r="9925" b="7824"/>
          <a:stretch/>
        </p:blipFill>
        <p:spPr>
          <a:xfrm>
            <a:off x="195209" y="215756"/>
            <a:ext cx="8712485" cy="6431623"/>
          </a:xfrm>
        </p:spPr>
      </p:pic>
    </p:spTree>
    <p:extLst>
      <p:ext uri="{BB962C8B-B14F-4D97-AF65-F5344CB8AC3E}">
        <p14:creationId xmlns:p14="http://schemas.microsoft.com/office/powerpoint/2010/main" val="2612127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Naïve Bayes is a probabilistic supervised machine learning classification algorithm based on Bayes theorem that assumes all input features are independent.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504</Words>
  <Application>Microsoft Office PowerPoint</Application>
  <PresentationFormat>On-screen Show (4:3)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Naïve Bayes Algorithm</vt:lpstr>
      <vt:lpstr>Definition of Naïve Bayes</vt:lpstr>
      <vt:lpstr>Bayes Theorem Formula</vt:lpstr>
      <vt:lpstr>Coin Problem Statement</vt:lpstr>
      <vt:lpstr>Coin Probabilities</vt:lpstr>
      <vt:lpstr>Coin Problem Mathematical Solution</vt:lpstr>
      <vt:lpstr>Playing Tennis or Not Problem</vt:lpstr>
      <vt:lpstr>Naïve Bayes Formula for Tennis Problem</vt:lpstr>
      <vt:lpstr>Playing Tennis Mathematical Calculation</vt:lpstr>
      <vt:lpstr>Real-Time Applications</vt:lpstr>
      <vt:lpstr>Advantages of Naïve Bayes</vt:lpstr>
      <vt:lpstr>Disadvantages of Naïve Bayes</vt:lpstr>
      <vt:lpstr>PowerPoint Presentation</vt:lpstr>
      <vt:lpstr>PowerPoint Presentation</vt:lpstr>
      <vt:lpstr>Interview Definition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Naïve Bayes Algorithm</dc:title>
  <dc:subject/>
  <dc:creator/>
  <cp:keywords/>
  <dc:description>generated using python-pptx</dc:description>
  <cp:lastModifiedBy>Tejashree Kumar</cp:lastModifiedBy>
  <cp:revision>4</cp:revision>
  <dcterms:created xsi:type="dcterms:W3CDTF">2013-01-27T09:14:16Z</dcterms:created>
  <dcterms:modified xsi:type="dcterms:W3CDTF">2026-05-18T09:51:55Z</dcterms:modified>
  <cp:category/>
</cp:coreProperties>
</file>