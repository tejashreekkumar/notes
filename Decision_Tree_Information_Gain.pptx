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Decision Trees &amp; Information Gain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why decision trees are used and how information gain selects splits.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Decision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tree-like model that makes predictions by asking a sequence of questions.</a:t>
            </a:r>
          </a:p>
          <a:p/>
          <a:p>
            <a:r>
              <a:t>Example:</a:t>
            </a:r>
          </a:p>
          <a:p>
            <a:r>
              <a:t>Age &lt; 30?</a:t>
            </a:r>
          </a:p>
          <a:p>
            <a:r>
              <a:t>→ Yes: Don't Buy</a:t>
            </a:r>
          </a:p>
          <a:p>
            <a:r>
              <a:t>→ No: Check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Decision 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understand</a:t>
            </a:r>
          </a:p>
          <a:p>
            <a:r>
              <a:t>• Produces human-readable rules</a:t>
            </a:r>
          </a:p>
          <a:p>
            <a:r>
              <a:t>• Works for classification and regression</a:t>
            </a:r>
          </a:p>
          <a:p>
            <a:r>
              <a:t>• Handles non-linear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Outlook vs Play Tennis</a:t>
            </a:r>
          </a:p>
          <a:p>
            <a:r>
              <a:t>Sunny→No, Sunny→No, Overcast→Yes, Rain→Yes, Rain→Yes, Rain→No, Overcast→Yes, Sunny→No</a:t>
            </a:r>
          </a:p>
          <a:p/>
          <a:p>
            <a:r>
              <a:t>Yes=4, No=4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Entropy measures uncertainty.</a:t>
            </a:r>
          </a:p>
          <a:p/>
          <a:p>
            <a:r>
              <a:t>Entropy(S) = -Σ p log₂(p)</a:t>
            </a:r>
          </a:p>
          <a:p/>
          <a:p>
            <a:r>
              <a:t>For Yes=4 and No=4:</a:t>
            </a:r>
          </a:p>
          <a:p>
            <a:r>
              <a:t>Entropy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on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Sunny: all No → Entropy=0</a:t>
            </a:r>
          </a:p>
          <a:p>
            <a:r>
              <a:t>Overcast: all Yes → Entropy=0</a:t>
            </a:r>
          </a:p>
          <a:p>
            <a:r>
              <a:t>Rain: Yes=2, No=1 → Entropy≈0.918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Weighted 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splitting on Outlook:</a:t>
            </a:r>
          </a:p>
          <a:p>
            <a:r>
              <a:t>(3/8)*0 + (2/8)*0 + (3/8)*0.918</a:t>
            </a:r>
          </a:p>
          <a:p>
            <a:r>
              <a:t>= 0.344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Information Gain = Entropy(parent) - Entropy(children)</a:t>
            </a:r>
          </a:p>
          <a:p/>
          <a:p>
            <a:r>
              <a:t>IG(Outlook) = 1 - 0.344 = 0.656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Root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Information Gain for all features.</a:t>
            </a:r>
          </a:p>
          <a:p>
            <a:r>
              <a:t>Choose the feature with the highest Information Gain as the root node.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 = sequence of questions</a:t>
            </a:r>
          </a:p>
          <a:p>
            <a:r>
              <a:t>Entropy = uncertainty</a:t>
            </a:r>
          </a:p>
          <a:p>
            <a:r>
              <a:t>Information Gain = reduction in uncertainty</a:t>
            </a:r>
          </a:p>
          <a:p>
            <a:r>
              <a:t>Highest Information Gain → best split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