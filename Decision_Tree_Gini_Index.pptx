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Decision Trees using Gini Index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impurity and how Gini Index selects the best split.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Gini Index?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Gini Index measures how impure a node is.</a:t>
            </a:r>
          </a:p>
          <a:p>
            <a:r>
              <a:t>Gini = 0 means the node is perfectly pure.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Gini Index?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Measures impurity</a:t>
            </a:r>
          </a:p>
          <a:p>
            <a:r>
              <a:t>• Faster than Entropy</a:t>
            </a:r>
          </a:p>
          <a:p>
            <a:r>
              <a:t>• Used by CART Decision Trees</a:t>
            </a:r>
          </a:p>
          <a:p>
            <a:r>
              <a:t>• Helps choose the best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Outlook vs Play Tennis</a:t>
            </a:r>
          </a:p>
          <a:p>
            <a:r>
              <a:t>Total records = 8</a:t>
            </a:r>
          </a:p>
          <a:p>
            <a:r>
              <a:t>Yes = 4</a:t>
            </a:r>
          </a:p>
          <a:p>
            <a:r>
              <a:t>No =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Gini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Gini = 1 - Σ(pi²)</a:t>
            </a:r>
          </a:p>
          <a:p/>
          <a:p>
            <a:r>
              <a:t>For binary classes:</a:t>
            </a:r>
          </a:p>
          <a:p>
            <a:r>
              <a:t>Gini = 1 - (pYes² + pNo²)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Node Gini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p(Yes)=4/8=0.5</a:t>
            </a:r>
          </a:p>
          <a:p>
            <a:r>
              <a:t>p(No)=4/8=0.5</a:t>
            </a:r>
          </a:p>
          <a:p/>
          <a:p>
            <a:r>
              <a:t>Gini = 1-(0.5²+0.5²)=0.5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on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Sunny → No, No, No</a:t>
            </a:r>
          </a:p>
          <a:p>
            <a:r>
              <a:t>Overcast → Yes, Yes</a:t>
            </a:r>
          </a:p>
          <a:p>
            <a:r>
              <a:t>Rain → Yes, Yes,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 Node Gini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Sunny: Gini=0</a:t>
            </a:r>
          </a:p>
          <a:p>
            <a:r>
              <a:t>Overcast: Gini=0</a:t>
            </a:r>
          </a:p>
          <a:p>
            <a:r>
              <a:t>Rain: Gini=1-(2/3²+1/3²)=0.444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Weighted Gini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(3/8)*0 + (2/8)*0 + (3/8)*0.444</a:t>
            </a:r>
          </a:p>
          <a:p>
            <a:r>
              <a:t>= 0.167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Gini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 Gini - Weighted Gini</a:t>
            </a:r>
          </a:p>
          <a:p>
            <a:r>
              <a:t>= 0.5 - 0.167</a:t>
            </a:r>
          </a:p>
          <a:p>
            <a:r>
              <a:t>= 0.333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Root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weighted Gini for each feature.</a:t>
            </a:r>
          </a:p>
          <a:p>
            <a:r>
              <a:t>Choose the feature with the lowest weighted Gini.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vs Gini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Entropy uses logarithms and Information Gain.</a:t>
            </a:r>
          </a:p>
          <a:p>
            <a:r>
              <a:t>Gini is computationally simpler and faster.</a:t>
            </a:r>
          </a:p>
          <a:p>
            <a:r>
              <a:t>Both aim to create pure nodes.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Gini measures impurity.</a:t>
            </a:r>
          </a:p>
          <a:p>
            <a:r>
              <a:t>Lower Gini = better split.</a:t>
            </a:r>
          </a:p>
          <a:p>
            <a:r>
              <a:t>Decision Trees choose splits that minimize Gini impurity.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