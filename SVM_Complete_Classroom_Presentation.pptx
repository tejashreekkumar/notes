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classroom presentation with intuition, mathematics, examples, margins, kernels and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ML algorithm used for classification, regression and outlier detection.</a:t>
            </a:r>
          </a:p>
          <a:p>
            <a:r>
              <a:t>Main goal: Find the best decision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Approval</a:t>
            </a:r>
          </a:p>
          <a:p>
            <a:r>
              <a:t>Features: Salary, Credit Score</a:t>
            </a:r>
          </a:p>
          <a:p>
            <a:r>
              <a:t>Classes: Approved / Rejected</a:t>
            </a:r>
          </a:p>
          <a:p>
            <a:r>
              <a:t>SVM finds the best separating boundary.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Hyperplane equation:</a:t>
            </a:r>
          </a:p>
          <a:p>
            <a:r>
              <a:t>wᵀx + b = 0</a:t>
            </a:r>
          </a:p>
          <a:p>
            <a:r>
              <a:t>2D = Line, 3D = Plane, nD = Hyperplane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closest data points to the decision boundary.</a:t>
            </a:r>
          </a:p>
          <a:p>
            <a:r>
              <a:t>They determine the position of the hyperplane.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Maximum Margin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chooses the hyperplane with the maximum distance from both classes.</a:t>
            </a:r>
          </a:p>
          <a:p>
            <a:r>
              <a:t>Margin = 2 / ||w||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Function:</a:t>
            </a:r>
          </a:p>
          <a:p>
            <a:r>
              <a:t>f(x)=wᵀx+b</a:t>
            </a:r>
          </a:p>
          <a:p>
            <a:r>
              <a:t>If f(x)&gt;0 =&gt; Class +1</a:t>
            </a:r>
          </a:p>
          <a:p>
            <a:r>
              <a:t>If f(x)&lt;0 =&gt; Class 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Magnitude of a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||w|| = √(w₁²+w₂²+...+wₙ²)</a:t>
            </a:r>
          </a:p>
          <a:p>
            <a:r>
              <a:t>Example: w=[3,4]</a:t>
            </a:r>
          </a:p>
          <a:p>
            <a:r>
              <a:t>||w||=5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 = |wᵀx+b| / ||w||</a:t>
            </a:r>
          </a:p>
          <a:p>
            <a:r>
              <a:t>Used to calculate perpendicular distance from point to hyperplane.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Minimize: ½||w||²</a:t>
            </a:r>
          </a:p>
          <a:p>
            <a:r>
              <a:t>Subject to: yᵢ(wᵀxᵢ+b) ≥ 1</a:t>
            </a:r>
          </a:p>
          <a:p>
            <a:r>
              <a:t>This maximizes the margin.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Margin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when data is perfectly separable.</a:t>
            </a:r>
          </a:p>
          <a:p>
            <a:r>
              <a:t>No classification errors allowed.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Margin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some misclassification.</a:t>
            </a:r>
          </a:p>
          <a:p>
            <a:r>
              <a:t>Optimization:</a:t>
            </a:r>
          </a:p>
          <a:p>
            <a:r>
              <a:t>½||w||² + CΣξᵢ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C = Fewer mistakes, smaller margin</a:t>
            </a:r>
          </a:p>
          <a:p>
            <a:r>
              <a:t>Small C = More mistakes, larger margin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when data is not linearly separable.</a:t>
            </a:r>
          </a:p>
          <a:p>
            <a:r>
              <a:t>Maps data into higher dimensions.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Kernel</a:t>
            </a:r>
          </a:p>
          <a:p>
            <a:r>
              <a:t>Polynomial Kernel</a:t>
            </a:r>
          </a:p>
          <a:p>
            <a:r>
              <a:t>RBF Kernel</a:t>
            </a:r>
          </a:p>
          <a:p>
            <a:r>
              <a:t>Sigmoid Kernel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RBF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K(x,y)=e^(-γ||x-y||²)</a:t>
            </a:r>
          </a:p>
          <a:p>
            <a:r>
              <a:t>Most popular kernel for nonlinear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on New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training, hyperplane is fixed.</a:t>
            </a:r>
          </a:p>
          <a:p>
            <a:r>
              <a:t>New points are classified using f(x)=wᵀx+b.</a:t>
            </a:r>
          </a:p>
          <a:p>
            <a:r>
              <a:t>No retraining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Detection</a:t>
            </a:r>
          </a:p>
          <a:p>
            <a:r>
              <a:t>Cancer Diagnosis</a:t>
            </a:r>
          </a:p>
          <a:p>
            <a:r>
              <a:t>Face Recognition</a:t>
            </a:r>
          </a:p>
          <a:p>
            <a:r>
              <a:t>Fraud Detection</a:t>
            </a:r>
          </a:p>
          <a:p>
            <a:r>
              <a:t>Handwritten Digit Recognition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well on small datasets</a:t>
            </a:r>
          </a:p>
          <a:p>
            <a:r>
              <a:t>High accuracy</a:t>
            </a:r>
          </a:p>
          <a:p>
            <a:r>
              <a:t>Handles high-dimensional data</a:t>
            </a:r>
          </a:p>
          <a:p>
            <a:r>
              <a:t>Robust against overfitting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 for very large datasets</a:t>
            </a:r>
          </a:p>
          <a:p>
            <a:r>
              <a:t>Kernel selection can be difficult</a:t>
            </a:r>
          </a:p>
          <a:p>
            <a:r>
              <a:t>Less interpretable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Hours Studied vs Result</a:t>
            </a:r>
          </a:p>
          <a:p>
            <a:r>
              <a:t>SVM finds the best pass/fail boundary using maximum margin.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finds the optimal hyperplane with maximum margin.</a:t>
            </a:r>
          </a:p>
          <a:p>
            <a:r>
              <a:t>Closest points are support vectors.</a:t>
            </a:r>
          </a:p>
          <a:p>
            <a:r>
              <a:t>Kernels help solve nonlinear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