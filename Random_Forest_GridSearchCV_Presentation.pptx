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4"/>
    <p:sldId id="272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Random Forest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explanation of Random Forest and GridSearchCV Hyperparameters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Random Forest?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Ensemble method that combines multiple Decision Trees using Bagging and Voting.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25BE7D-C95B-D408-02BD-56B75D8B82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8985" r="8791" b="5017"/>
          <a:stretch/>
        </p:blipFill>
        <p:spPr>
          <a:xfrm>
            <a:off x="554804" y="380143"/>
            <a:ext cx="8167956" cy="6215865"/>
          </a:xfrm>
        </p:spPr>
      </p:pic>
    </p:spTree>
    <p:extLst>
      <p:ext uri="{BB962C8B-B14F-4D97-AF65-F5344CB8AC3E}">
        <p14:creationId xmlns:p14="http://schemas.microsoft.com/office/powerpoint/2010/main" val="4815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AEAB84B-41B7-9793-5BDB-D6076C5534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175" r="9301" b="6082"/>
          <a:stretch/>
        </p:blipFill>
        <p:spPr>
          <a:xfrm>
            <a:off x="179798" y="254285"/>
            <a:ext cx="8784404" cy="6349430"/>
          </a:xfrm>
        </p:spPr>
      </p:pic>
    </p:spTree>
    <p:extLst>
      <p:ext uri="{BB962C8B-B14F-4D97-AF65-F5344CB8AC3E}">
        <p14:creationId xmlns:p14="http://schemas.microsoft.com/office/powerpoint/2010/main" val="1105364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Random Forest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Bootstrap Sampling</a:t>
            </a:r>
          </a:p>
          <a:p>
            <a:r>
              <a:t>2. Build Multiple Trees</a:t>
            </a:r>
          </a:p>
          <a:p>
            <a:r>
              <a:t>3. Random Feature Selection</a:t>
            </a:r>
          </a:p>
          <a:p>
            <a:r>
              <a:t>4. Majority Voting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n_estimators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trees in the forest.</a:t>
            </a:r>
          </a:p>
          <a:p>
            <a:r>
              <a:t>Values: [200, 650, 1100, 1550, 2000]</a:t>
            </a:r>
          </a:p>
          <a:p>
            <a:r>
              <a:t>More trees = better stability but slower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max_features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Controls number of features considered at each split.</a:t>
            </a:r>
          </a:p>
          <a:p>
            <a:r>
              <a:t>auto = all features</a:t>
            </a:r>
          </a:p>
          <a:p>
            <a:r>
              <a:t>sqrt = square root of features</a:t>
            </a:r>
          </a:p>
          <a:p>
            <a:r>
              <a:t>log2 = log2(features)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max_depth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Maximum depth of each tree.</a:t>
            </a:r>
          </a:p>
          <a:p>
            <a:r>
              <a:t>Values: [10, 35, 60, 85, 110, None]</a:t>
            </a:r>
          </a:p>
          <a:p>
            <a:r>
              <a:t>Controls overfitting and underfitting.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min_samples_split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Minimum samples required before splitting a node.</a:t>
            </a:r>
          </a:p>
          <a:p>
            <a:r>
              <a:t>Values: [5, 10]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min_samples_leaf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Minimum samples required in a leaf node.</a:t>
            </a:r>
          </a:p>
          <a:p>
            <a:r>
              <a:t>Values: [2, 4]</a:t>
            </a:r>
          </a:p>
          <a:p>
            <a:r>
              <a:t>Prevents tiny leaf nodes.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n_estimators × max_features × max_depth × min_samples_split × min_samples_leaf = 360 combinations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GridSearchCV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Finds best parameter combination using Cross Validation.</a:t>
            </a:r>
          </a:p>
          <a:p>
            <a:r>
              <a:t>scoring='f1'</a:t>
            </a:r>
          </a:p>
          <a:p>
            <a:r>
              <a:t>cv=3</a:t>
            </a:r>
          </a:p>
          <a:p>
            <a:r>
              <a:t>n_jobs=-1</a:t>
            </a:r>
          </a:p>
          <a:p>
            <a:r>
              <a:t>verbose=2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3-Fold CV:</a:t>
            </a:r>
          </a:p>
          <a:p>
            <a:r>
              <a:t>Train on 2 folds, test on 1 fold.</a:t>
            </a:r>
          </a:p>
          <a:p>
            <a:r>
              <a:t>Repeat 3 times and average score.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rf_cv.fit(processed_x_train, y_train, sample_weight=sample_weights)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rf_cv.best_params_ returns the best hyperparameter combination.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Difference between min_samples_split and min_samples_leaf.</a:t>
            </a:r>
          </a:p>
          <a:p>
            <a:r>
              <a:t>Why use Random Forest?</a:t>
            </a:r>
          </a:p>
          <a:p>
            <a:r>
              <a:t>Advantages and limitations.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+ Hyperparameter Tuning Complete.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333</Words>
  <Application>Microsoft Office PowerPoint</Application>
  <PresentationFormat>On-screen Show (4:3)</PresentationFormat>
  <Paragraphs>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Random Forest</vt:lpstr>
      <vt:lpstr>What is Random Forest?</vt:lpstr>
      <vt:lpstr>PowerPoint Presentation</vt:lpstr>
      <vt:lpstr>PowerPoint Presentation</vt:lpstr>
      <vt:lpstr>How Random Forest Works</vt:lpstr>
      <vt:lpstr>n_estimators</vt:lpstr>
      <vt:lpstr>max_features</vt:lpstr>
      <vt:lpstr>max_depth</vt:lpstr>
      <vt:lpstr>min_samples_split</vt:lpstr>
      <vt:lpstr>min_samples_leaf</vt:lpstr>
      <vt:lpstr>Hyperparameter Grid</vt:lpstr>
      <vt:lpstr>GridSearchCV</vt:lpstr>
      <vt:lpstr>Cross Validation</vt:lpstr>
      <vt:lpstr>Model Training</vt:lpstr>
      <vt:lpstr>Best Parameters</vt:lpstr>
      <vt:lpstr>Interview Questions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Forest</dc:title>
  <dc:subject/>
  <dc:creator/>
  <cp:keywords/>
  <dc:description>generated using python-pptx</dc:description>
  <cp:lastModifiedBy>Tejashree Kumar</cp:lastModifiedBy>
  <cp:revision>5</cp:revision>
  <dcterms:created xsi:type="dcterms:W3CDTF">2013-01-27T09:14:16Z</dcterms:created>
  <dcterms:modified xsi:type="dcterms:W3CDTF">2026-07-06T08:47:55Z</dcterms:modified>
  <cp:category/>
</cp:coreProperties>
</file>