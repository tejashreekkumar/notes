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Statistics for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Statistics is the Foundation of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Story to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you open a coffee shop and thousands of customers visit every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you understand business performance by looking at thousands of bills individually?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Statistics helps summarize large amounts of data into meaningful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statistics, data is just numbers. With statistics, data becomes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Netflix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watch time, popular genres, and user behavior are discovered using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Statistics helps determine whether a new medicine actually works better.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Scientists Need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data, find patterns, handle missing values, detect outliers, test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Regression, Naive Bayes, Random Forests, and A/B Testing all rely on statistical concepts.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95% of students studying 2+ hours get placed. How can we prove it? Statistics provides the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Powerful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Statistics is the language through which data speaks.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+ Statistics = Information</a:t>
            </a:r>
          </a:p>
          <a:p>
            <a:r>
              <a:t>Information + ML = Intelligence</a:t>
            </a:r>
          </a:p>
          <a:p>
            <a:r>
              <a:t>Intelligence + Business Knowledge =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