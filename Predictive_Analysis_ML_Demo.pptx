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Analysis Using Machine Learning</a:t>
            </a:r>
          </a:p>
          <a:p>
            <a:r>
              <a:t>Presented by: Tejashree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Analysis helps predict future outcomes using historical data.</a:t>
            </a:r>
          </a:p>
          <a:p>
            <a:r>
              <a:t>• Machine Learning enables systems to learn patterns automatically.</a:t>
            </a:r>
          </a:p>
          <a:p>
            <a:r>
              <a:t>• Used in healthcare, banking, education, and e-commerce.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How does YouTube recommend videos?</a:t>
            </a:r>
          </a:p>
          <a:p>
            <a:r>
              <a:t>• How does Instagram suggest reels?</a:t>
            </a:r>
          </a:p>
          <a:p>
            <a:r>
              <a:t>• How does Google Maps predict traffic?</a:t>
            </a:r>
          </a:p>
          <a:p>
            <a:r>
              <a:t>• All these systems use Predictive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Analytics means analyzing data to gain useful insights for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Descriptive Analytics – What happened?</a:t>
            </a:r>
          </a:p>
          <a:p>
            <a:r>
              <a:t>2. Diagnostic Analytics – Why did it happen?</a:t>
            </a:r>
          </a:p>
          <a:p>
            <a:r>
              <a:t>3. Predictive Analytics – What may happen next?</a:t>
            </a:r>
          </a:p>
          <a:p>
            <a:r>
              <a:t>4. Prescriptive Analytics – What should we do?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College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Descriptive: Student scored 60%</a:t>
            </a:r>
          </a:p>
          <a:p>
            <a:r>
              <a:t>Diagnostic: Due to low attendance</a:t>
            </a:r>
          </a:p>
          <a:p>
            <a:r>
              <a:t>Predictive: Student may fail next semester</a:t>
            </a:r>
          </a:p>
          <a:p>
            <a:r>
              <a:t>Prescriptive: Give extra coaching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Predictive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Analytics uses historical data, statistics, and machine learning to forecast future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Banking – Loan approval</a:t>
            </a:r>
          </a:p>
          <a:p>
            <a:r>
              <a:t>• Healthcare – Disease prediction</a:t>
            </a:r>
          </a:p>
          <a:p>
            <a:r>
              <a:t>• E-commerce – Product recommendation</a:t>
            </a:r>
          </a:p>
          <a:p>
            <a:r>
              <a:t>• Education – Student performance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Predictive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Predictions were made using manually written rules and statistical methods.</a:t>
            </a:r>
          </a:p>
          <a:p/>
          <a:p>
            <a:r>
              <a:t>Example:</a:t>
            </a:r>
          </a:p>
          <a:p>
            <a:r>
              <a:t>IF attendance &lt; 50% AND marks &lt; 20 THEN student may fail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with Traditional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Difficult to handle large data</a:t>
            </a:r>
          </a:p>
          <a:p>
            <a:r>
              <a:t>• Time consuming</a:t>
            </a:r>
          </a:p>
          <a:p>
            <a:r>
              <a:t>• Less accurate</a:t>
            </a:r>
          </a:p>
          <a:p>
            <a:r>
              <a:t>• Cannot automatically improve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solves limitations of traditional prediction methods by learning patterns automatically.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allows systems to learn from data and make predictions without explicit programming.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Programming vs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Programming:</a:t>
            </a:r>
          </a:p>
          <a:p>
            <a:r>
              <a:t>Input + Rules → Output</a:t>
            </a:r>
          </a:p>
          <a:p/>
          <a:p>
            <a:r>
              <a:t>Machine Learning:</a:t>
            </a:r>
          </a:p>
          <a:p>
            <a:r>
              <a:t>Input + Output Data → Machine Learns Rules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Teaching a child to identify a dog:</a:t>
            </a:r>
          </a:p>
          <a:p>
            <a:r>
              <a:t>• We show many examples</a:t>
            </a:r>
          </a:p>
          <a:p>
            <a:r>
              <a:t>• The child learns patterns automatically</a:t>
            </a:r>
          </a:p>
          <a:p>
            <a:r>
              <a:t>Machine Learning works similarly.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→ Data Cleaning → Model Training → Prediction → Evaluation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Prediction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 Hours vs Marks</a:t>
            </a:r>
          </a:p>
          <a:p>
            <a:r>
              <a:t>1 hr → 20</a:t>
            </a:r>
          </a:p>
          <a:p>
            <a:r>
              <a:t>2 hrs → 30</a:t>
            </a:r>
          </a:p>
          <a:p>
            <a:r>
              <a:t>3 hrs → 40</a:t>
            </a:r>
          </a:p>
          <a:p>
            <a:r>
              <a:t>4 hrs → 50</a:t>
            </a:r>
          </a:p>
          <a:p/>
          <a:p>
            <a:r>
              <a:t>Prediction: 5 hrs → approximately 60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Predictive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Fraud Detection</a:t>
            </a:r>
          </a:p>
          <a:p>
            <a:r>
              <a:t>• Disease Prediction</a:t>
            </a:r>
          </a:p>
          <a:p>
            <a:r>
              <a:t>• Crop Prediction</a:t>
            </a:r>
          </a:p>
          <a:p>
            <a:r>
              <a:t>• Recommendation Systems</a:t>
            </a:r>
          </a:p>
          <a:p>
            <a:r>
              <a:t>• Cybersecurity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 Opportunities:</a:t>
            </a:r>
          </a:p>
          <a:p>
            <a:r>
              <a:t>• Data Analyst</a:t>
            </a:r>
          </a:p>
          <a:p>
            <a:r>
              <a:t>• Data Scientist</a:t>
            </a:r>
          </a:p>
          <a:p>
            <a:r>
              <a:t>• ML Engineer</a:t>
            </a:r>
          </a:p>
          <a:p>
            <a:r>
              <a:t>• AI Engineer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Analysis using Machine Learning helps organizations make smart decisions using data-driven predictions.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